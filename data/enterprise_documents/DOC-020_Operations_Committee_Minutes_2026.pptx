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Operations Committee — Transportation Incident Review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Document ID: DOC-020 | Historical governance record</a:t>
            </a:r>
          </a:p>
          <a:p>
            <a:pPr>
              <a:spcAft>
                <a:spcPts val="1200"/>
              </a:spcAft>
              <a:defRPr sz="1800"/>
            </a:pPr>
            <a:r>
              <a:t>Meeting date: 04 June 2026</a:t>
            </a:r>
          </a:p>
          <a:p>
            <a:pPr>
              <a:spcAft>
                <a:spcPts val="1200"/>
              </a:spcAft>
              <a:defRPr sz="1800"/>
            </a:pPr>
            <a:r>
              <a:t>Primary case: R003 severe transportation incident (DOC-018)</a:t>
            </a:r>
          </a:p>
          <a:p>
            <a:pPr>
              <a:spcAft>
                <a:spcPts val="1200"/>
              </a:spcAft>
              <a:defRPr sz="1800"/>
            </a:pPr>
            <a:r>
              <a:t>Objective: confirm decisions, owners, and corrective 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Incident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committee accepted the incident finding that R003 failed because of carrier dispatch-planning weakness and insufficient pre-collection confirmation.</a:t>
            </a:r>
          </a:p>
          <a:p>
            <a:pPr>
              <a:spcAft>
                <a:spcPts val="1200"/>
              </a:spcAft>
              <a:defRPr sz="1800"/>
            </a:pPr>
            <a:r>
              <a:t>Emergency recovery prevented a receiving-operation stop but generated incremental cost and avoidable operational risk.</a:t>
            </a:r>
          </a:p>
          <a:p>
            <a:pPr>
              <a:spcAft>
                <a:spcPts val="1200"/>
              </a:spcAft>
              <a:defRPr sz="1800"/>
            </a:pPr>
            <a:r>
              <a:t>The event was treated as a severe service failure requiring formal follow-up.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Committee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DEC-2026-08 — Nova must implement pre-collection vehicle-assignment confirmation for critical shipments.</a:t>
            </a:r>
          </a:p>
          <a:p>
            <a:pPr>
              <a:spcAft>
                <a:spcPts val="1200"/>
              </a:spcAft>
              <a:defRPr sz="1800"/>
            </a:pPr>
            <a:r>
              <a:t>DEC-2026-09 — Supply Chain will implement an exception alert for critical shipments without confirmed assignment before cutoff.</a:t>
            </a:r>
          </a:p>
          <a:p>
            <a:pPr>
              <a:spcAft>
                <a:spcPts val="1200"/>
              </a:spcAft>
              <a:defRPr sz="1800"/>
            </a:pPr>
            <a:r>
              <a:t>DEC-2026-10 — Procurement and Supply Chain will review contingency contacts and emergency-carrier activation readiness.</a:t>
            </a:r>
          </a:p>
          <a:p>
            <a:pPr>
              <a:spcAft>
                <a:spcPts val="1200"/>
              </a:spcAft>
              <a:defRPr sz="1800"/>
            </a:pPr>
            <a:r>
              <a:t>DEC-2026-11 — All actions will be tracked in the Corrective Action Tracker until evidence of completion is accepted.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Governance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committee decision does not replace the Transportation Policy, Carrier Management Policy, Critical Delivery SOP, or carrier contract.</a:t>
            </a:r>
          </a:p>
          <a:p>
            <a:pPr>
              <a:spcAft>
                <a:spcPts val="1200"/>
              </a:spcAft>
              <a:defRPr sz="1800"/>
            </a:pPr>
            <a:r>
              <a:t>Open actions remain operational obligations until the tracker records accepted completion evidence.</a:t>
            </a:r>
          </a:p>
          <a:p>
            <a:pPr>
              <a:spcAft>
                <a:spcPts val="1200"/>
              </a:spcAft>
              <a:defRPr sz="1800"/>
            </a:pPr>
            <a:r>
              <a:t>Historical incident records may support precedent analysis but do not independently create new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