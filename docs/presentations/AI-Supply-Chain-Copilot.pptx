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2.png"/><Relationship Id="rId9" Type="http://schemas.openxmlformats.org/officeDocument/2006/relationships/image" Target="../media/image-5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Supply Chain Copilot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852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end-to-end para Engenharia de Dados, Business Intelligence e Inteligência Artificial aplicada à Supply Chain.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98378"/>
            <a:ext cx="159900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140869"/>
            <a:ext cx="18860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 PROFISSIONAL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65970" y="3098378"/>
            <a:ext cx="146275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51025" y="3140869"/>
            <a:ext cx="174984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 DE DADOS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99570" y="3098378"/>
            <a:ext cx="83939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84625" y="3140869"/>
            <a:ext cx="11264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APLICADA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Problema de Negócio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637755"/>
            <a:ext cx="398941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de Supply Chain são frequentemente tomadas com base em dados fragmentados, planilhas desconexas e processos manuais — gerando rupturas, excesso de estoque e perda financeira.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projeto simula esse cenário com dados ERP sintéticos e demonstra como uma arquitetura moderna resolve esses gargalos de forma automatizada e escalável.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232" y="829121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947"/>
            <a:ext cx="815176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6119" y="65715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7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Este Projeto Demonstra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96119" y="1233190"/>
            <a:ext cx="815176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solução completa que integra engenharia de software, dados, analytics e IA — com decisões de arquitetura deliberadas e código de qualidade profissional.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756023"/>
            <a:ext cx="4017690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320" y="1889224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285" y="1995190"/>
            <a:ext cx="173385" cy="1733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9320" y="2390998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de Software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9320" y="2661493"/>
            <a:ext cx="37512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modular, em camadas, com baixo acoplamento e alta coesão.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30192" y="1756023"/>
            <a:ext cx="4017690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3393" y="1889224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9359" y="1995190"/>
            <a:ext cx="173385" cy="1733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3393" y="2390998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&amp; Engenharia de Dados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63393" y="2661493"/>
            <a:ext cx="37512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modular com validação, padronização e enriquecimento automático.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6119" y="3302943"/>
            <a:ext cx="4017690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320" y="3436144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285" y="3542109"/>
            <a:ext cx="173385" cy="1733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320" y="3937918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&amp; BI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9320" y="4208413"/>
            <a:ext cx="37512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automático de KPIs, scores e dashboards executivos em Power BI.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30192" y="3302943"/>
            <a:ext cx="4017690" cy="1430536"/>
          </a:xfrm>
          <a:prstGeom prst="roundRect">
            <a:avLst>
              <a:gd name="adj" fmla="val 37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63393" y="3436144"/>
            <a:ext cx="385390" cy="38539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9359" y="3542109"/>
            <a:ext cx="173385" cy="1733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63393" y="3937918"/>
            <a:ext cx="375128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Inteligência Artificial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763393" y="4208413"/>
            <a:ext cx="37512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planejada com OpenAI API para suporte à decisão em Supply Chain.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Geral do Sistema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789310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fluxo de dados percorre sete estágios, desde a geração do dataset sintético até a entrega de insights acionáveis via dashboard e API.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4177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5068788"/>
            <a:ext cx="8608963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camada de configuração transversal (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business_rules.json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centraliza todas as políticas, parâmetros e limites — permitindo alterações de negócio sem modificar o código.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496119" y="5147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em Camadas &amp; Princípios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9121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207716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spc="-2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Princípios Norteadores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797" y="2361791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93543" y="2358256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spc="-1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Responsabilidade Única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cada módulo tem um propósito claro e isolado.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97" y="2648806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93543" y="2645271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spc="-1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Baixo Acoplamento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módulos independentes, substituíveis sem impacto sistêmico.</a:t>
            </a:r>
            <a:endParaRPr lang="en-US" sz="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97" y="2935821"/>
            <a:ext cx="106263" cy="106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93543" y="2932286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spc="-1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Configuração Externa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regras de negócio fora do código, gerenciadas por JSON.</a:t>
            </a:r>
            <a:endParaRPr lang="en-US" sz="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97" y="3222836"/>
            <a:ext cx="106263" cy="1062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93543" y="3219301"/>
            <a:ext cx="375910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spc="-1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First</a:t>
            </a:r>
            <a:pPr algn="l" indent="0" marL="0">
              <a:lnSpc>
                <a:spcPct val="100000"/>
              </a:lnSpc>
              <a:buNone/>
            </a:pPr>
            <a:r>
              <a:rPr lang="en-US" sz="550" spc="-1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arquitetura preparada para integração nativa com modelos de IA.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3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11220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Modular do Projeto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96119" y="177760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Dez módulos especializados, cada um com responsabilidade única, garantindo manutenibilidade, testabilidade e extensibilidade.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90701"/>
            <a:ext cx="838200" cy="5179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085877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 &amp; Business Rules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613845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parâmetros, limites, pesos e políticas via JSON — sem hardcode.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390701"/>
            <a:ext cx="838200" cy="5179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308587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&amp; Analytics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3392388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Extração, transformação, carga e cálculo automático de KPIs e scores.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390701"/>
            <a:ext cx="838200" cy="5179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308587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Engine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392388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ações recomendadas com base em regras parametrizadas e scores.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390701"/>
            <a:ext cx="838200" cy="5179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3085877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Reports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3392388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estruturado, exportação Excel e dashboards Power BI integrados.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587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79310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&amp; Analytics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45189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ETL — Três Responsabilidades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67780"/>
            <a:ext cx="3924598" cy="7649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1906042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208386"/>
            <a:ext cx="35909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do dataset ERP sintético com rastreabilidade de origem.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41178"/>
            <a:ext cx="3924598" cy="9509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1530" y="2779440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91530" y="3081784"/>
            <a:ext cx="359092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Validações, padronização, tratamento, enriquecimento e controle de qualidade.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700611"/>
            <a:ext cx="3924598" cy="7649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530" y="3838873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1530" y="4141217"/>
            <a:ext cx="35909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Persistência estruturada no SQLite com integridade referencial.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4728046" y="145189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— KPIs Calculados Automaticamente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28046" y="1767780"/>
            <a:ext cx="1908051" cy="1117922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56783" y="1896517"/>
            <a:ext cx="1650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Operacionais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56783" y="2198861"/>
            <a:ext cx="165057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Cobertura, Lead Time, Risco de ruptura, Reposição, Excesso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744593" y="1767780"/>
            <a:ext cx="1908051" cy="1117922"/>
          </a:xfrm>
          <a:prstGeom prst="roundRect">
            <a:avLst>
              <a:gd name="adj" fmla="val 466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73329" y="1896517"/>
            <a:ext cx="16505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Financeiros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873329" y="2198861"/>
            <a:ext cx="165057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financeiro, Score financeiro, Score ABC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28046" y="2994199"/>
            <a:ext cx="3924598" cy="931887"/>
          </a:xfrm>
          <a:prstGeom prst="roundRect">
            <a:avLst>
              <a:gd name="adj" fmla="val 559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56783" y="3122935"/>
            <a:ext cx="36671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56783" y="3425279"/>
            <a:ext cx="366712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Lead Time, Score de ruptura, Prioridade, Ação recomendada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81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6740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 Power BI &amp; Auditoria Automática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05099"/>
            <a:ext cx="5192688" cy="29208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6136" y="1332830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KPIs Executivos no Dashboard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6136" y="1635175"/>
            <a:ext cx="2656433" cy="1454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total em estoque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total de reposição necessária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total de excesso identificado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Produtos por Grupo Gerencial e Classe ABC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de produtos priorizados com ação recomendada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96136" y="3211264"/>
            <a:ext cx="2656433" cy="1373386"/>
          </a:xfrm>
          <a:prstGeom prst="roundRect">
            <a:avLst>
              <a:gd name="adj" fmla="val 379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110" y="3395811"/>
            <a:ext cx="155004" cy="123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99088" y="3339852"/>
            <a:ext cx="2129507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Auditoria Automática: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Ferramenta própria gera relatório com Health Score, análise de arquitetura, dependências, pipeline, artefatos e validação automática do código consolidado.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170"/>
            <a:ext cx="8151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 Tecnológico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96119" y="617786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spc="-6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&amp; Roadmap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96119" y="1180133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Utilizadas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69827"/>
            <a:ext cx="166092" cy="1660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8680" y="1474663"/>
            <a:ext cx="368825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&amp; Pandas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8680" y="1734145"/>
            <a:ext cx="368825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do ETL, Analytics e Decision Engine.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084263"/>
            <a:ext cx="166092" cy="1660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8680" y="2089100"/>
            <a:ext cx="368825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 &amp; JSON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48680" y="2348582"/>
            <a:ext cx="368825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estruturado e configuração externa.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98700"/>
            <a:ext cx="166092" cy="1660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8680" y="2703537"/>
            <a:ext cx="368825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&amp; Excel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748680" y="2963019"/>
            <a:ext cx="368825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executiva e exportação de relatórios.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313137"/>
            <a:ext cx="166092" cy="1660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8680" y="3317974"/>
            <a:ext cx="368825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&amp; GitHub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748680" y="3577456"/>
            <a:ext cx="368825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versão e repositório público.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4711824" y="1180133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de Sprints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675090" y="1450479"/>
            <a:ext cx="14288" cy="3185517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19" name="Shape 13"/>
          <p:cNvSpPr/>
          <p:nvPr/>
        </p:nvSpPr>
        <p:spPr>
          <a:xfrm>
            <a:off x="6239694" y="1567904"/>
            <a:ext cx="332259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20" name="Shape 14"/>
          <p:cNvSpPr/>
          <p:nvPr/>
        </p:nvSpPr>
        <p:spPr>
          <a:xfrm>
            <a:off x="6557665" y="1450479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599188" y="1471240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711824" y="1488504"/>
            <a:ext cx="14166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1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711824" y="1747986"/>
            <a:ext cx="141669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Estrutura, Git, Python, Arquitetura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792516" y="2183904"/>
            <a:ext cx="332259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25" name="Shape 19"/>
          <p:cNvSpPr/>
          <p:nvPr/>
        </p:nvSpPr>
        <p:spPr>
          <a:xfrm>
            <a:off x="6557665" y="2066479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99188" y="2087240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35949" y="2104504"/>
            <a:ext cx="14166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2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235949" y="2363986"/>
            <a:ext cx="141669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ETL, SQLite, Business Rules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239694" y="2732410"/>
            <a:ext cx="332259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30" name="Shape 24"/>
          <p:cNvSpPr/>
          <p:nvPr/>
        </p:nvSpPr>
        <p:spPr>
          <a:xfrm>
            <a:off x="6557665" y="2614985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99188" y="2635746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711824" y="2653010"/>
            <a:ext cx="14166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3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711824" y="2912492"/>
            <a:ext cx="141669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Analytics, Excel, Power BI, Audit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6792516" y="3280916"/>
            <a:ext cx="332259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35" name="Shape 29"/>
          <p:cNvSpPr/>
          <p:nvPr/>
        </p:nvSpPr>
        <p:spPr>
          <a:xfrm>
            <a:off x="6557665" y="3163491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599188" y="3184252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235949" y="3201516"/>
            <a:ext cx="14166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4 </a:t>
            </a:r>
            <a:pPr algn="l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7235949" y="3460998"/>
            <a:ext cx="141669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6239694" y="3829422"/>
            <a:ext cx="332259" cy="14288"/>
          </a:xfrm>
          <a:prstGeom prst="roundRect">
            <a:avLst>
              <a:gd name="adj" fmla="val 49998"/>
            </a:avLst>
          </a:prstGeom>
          <a:solidFill>
            <a:srgbClr val="C0C1D7"/>
          </a:solidFill>
          <a:ln/>
        </p:spPr>
      </p:sp>
      <p:sp>
        <p:nvSpPr>
          <p:cNvPr id="40" name="Shape 34"/>
          <p:cNvSpPr/>
          <p:nvPr/>
        </p:nvSpPr>
        <p:spPr>
          <a:xfrm>
            <a:off x="6557665" y="3711997"/>
            <a:ext cx="249138" cy="249138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99188" y="3732758"/>
            <a:ext cx="16609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spc="-3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4711824" y="3750022"/>
            <a:ext cx="14166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5 </a:t>
            </a:r>
            <a:pPr algn="r" indent="0" marL="0">
              <a:lnSpc>
                <a:spcPct val="104000"/>
              </a:lnSpc>
              <a:buNone/>
            </a:pPr>
            <a:r>
              <a:rPr lang="en-US" sz="10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711824" y="4009504"/>
            <a:ext cx="141669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9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Supply Chain Copilot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3685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Futura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496119" y="665857"/>
            <a:ext cx="472276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Supply Chain Copilot &amp; Conclusões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496119" y="1584275"/>
            <a:ext cx="2309068" cy="1231106"/>
          </a:xfrm>
          <a:prstGeom prst="roundRect">
            <a:avLst>
              <a:gd name="adj" fmla="val 41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2697" y="1710854"/>
            <a:ext cx="20559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964010"/>
            <a:ext cx="205591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 dos dados e decisões via endpoints padronizados para integração com sistemas externos.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09813" y="1584275"/>
            <a:ext cx="2309068" cy="1231106"/>
          </a:xfrm>
          <a:prstGeom prst="roundRect">
            <a:avLst>
              <a:gd name="adj" fmla="val 41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36391" y="1710854"/>
            <a:ext cx="20559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 API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036391" y="1964010"/>
            <a:ext cx="205591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insights em linguagem natural, recomendações contextualizadas e automação de decisões complexas.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920008"/>
            <a:ext cx="4722763" cy="86871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697" y="3046586"/>
            <a:ext cx="446960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Copilot Autônomo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2697" y="3299743"/>
            <a:ext cx="446960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de IA que analisa o cenário, propõe ações e aprende com o histórico de decisões.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906441"/>
            <a:ext cx="4722763" cy="803300"/>
          </a:xfrm>
          <a:prstGeom prst="roundRect">
            <a:avLst>
              <a:gd name="adj" fmla="val 6370"/>
            </a:avLst>
          </a:prstGeom>
          <a:solidFill>
            <a:srgbClr val="DADBF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34" y="4075881"/>
            <a:ext cx="152251" cy="121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2001" y="4041502"/>
            <a:ext cx="420506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spc="-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Conclusão:</a:t>
            </a:r>
            <a:pPr algn="l" indent="0" marL="0">
              <a:lnSpc>
                <a:spcPct val="124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Este projeto demonstra maturidade técnica em arquitetura de software, engenharia de dados e BI — com decisões deliberadas, código limpo e visão clara de evolução para IA aplicada.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2026-08-04T01:20:45Z</dcterms:created>
  <dcterms:modified xsi:type="dcterms:W3CDTF">2026-08-04T01:20:45Z</dcterms:modified>
</cp:coreProperties>
</file>